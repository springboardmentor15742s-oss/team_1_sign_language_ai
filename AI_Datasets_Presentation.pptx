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bubble3D val="0"/>
            <c:spPr>
              <a:solidFill>
                <a:srgbClr val="5B8DEF"/>
              </a:solidFill>
              <a:effectLst/>
            </c:spPr>
          </c:dPt>
          <c:dPt>
            <c:idx val="3"/>
            <c:bubble3D val="0"/>
            <c:spPr>
              <a:solidFill>
                <a:srgbClr val="F4A259"/>
              </a:solidFill>
              <a:effectLst/>
            </c:spPr>
          </c:dPt>
          <c:dPt>
            <c:idx val="4"/>
            <c:bubble3D val="0"/>
            <c:spPr>
              <a:solidFill>
                <a:srgbClr val="E85D7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Gesture Accuracy</c:v>
                </c:pt>
                <c:pt idx="1">
                  <c:v>Assessment Performance</c:v>
                </c:pt>
                <c:pt idx="2">
                  <c:v>Lesson Completion</c:v>
                </c:pt>
                <c:pt idx="3">
                  <c:v>Practice Consistency</c:v>
                </c:pt>
                <c:pt idx="4">
                  <c:v>Skill Improvement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Datasets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Language Learning &amp; Assessment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 |  Track: AI &amp; Datasets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Scope — ai/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E8F4F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64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mediapipe_detector.py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37760" y="1664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+ pose landmark extraction from video/webcam frames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E8F4F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07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gesture_classifier.py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2807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/ gesture classification model (static + dynamic)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E8F4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50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accuracy_engine.py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950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learner landmarks vs reference sign, produces accuracy score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8348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E8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932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recommendation_engine.py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5093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next lessons based on identified weak areas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— Landmark-Native (Primary)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642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– Isolated Sign Language Recognition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299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kaggle.com/competitions/asl-signs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591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Pre-extracted MediaPipe Holistic landmarks — direct input for gesture_classifier.py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358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– ASL Fingerspelling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kaggle.com/competitions/asl-fingerspelling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307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Letter-level landmark sequences for fingerspelling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— Static Alphabet (Bootstrap)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642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Alphabet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299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kaggle.com/datasets/grassknoted/asl-alphabet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591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Image-based static alphabet classifier — fast first prototype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358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Language MNIST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kaggle.com/datasets/datamunge/sign-language-mnist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307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dataset for quick pipeline iteration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— Word / Sentence Level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642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WLASL (Processed)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299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kaggle.com/datasets/risangbaskoro/wlasl-processed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591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Word-level continuous sign videos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358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MS-ASL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kaggle.com/datasets/nadayoussefamrawy/ms-asl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307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Large-vocabulary word-level signs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4074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RWTH-PHOENIX-Weather (reference)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7731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rwth-aachen.de (official site, not Kaggle)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51023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/ sentence-level structure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1F8A7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raw datasets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62072" y="201168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862072" y="2148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53512" y="265176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/ normalize landmarks (MediaPipe schema)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92624" y="201168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2148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84064" y="265176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CNN (static signs) / LSTM-Transformer (dynamic signs)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23176" y="201168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123176" y="2148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14616" y="265176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accuracy — DTW or frame-wise landmark distance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53728" y="201168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1F8A70"/>
          </a:solidFill>
          <a:ln/>
        </p:spPr>
      </p:sp>
      <p:sp>
        <p:nvSpPr>
          <p:cNvPr id="16" name="Text 14"/>
          <p:cNvSpPr/>
          <p:nvPr/>
        </p:nvSpPr>
        <p:spPr>
          <a:xfrm>
            <a:off x="9253728" y="21488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45168" y="265176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recommendation engine with weak-area analysis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Performance Scoring Model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46304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Accuracy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0" y="23957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Performance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875520" y="2395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0" y="2962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Completion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0" y="29626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35295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Consistency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0" y="3529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40965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Improvement Rate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875520" y="4096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E8F4F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E8F4F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237744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E8F4F1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Hands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0" y="155448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E8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/ 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98280" y="237744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2026-07-30T13:07:13Z</dcterms:created>
  <dcterms:modified xsi:type="dcterms:W3CDTF">2026-07-30T13:07:13Z</dcterms:modified>
</cp:coreProperties>
</file>